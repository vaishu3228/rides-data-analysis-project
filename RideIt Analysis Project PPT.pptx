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0BE426-F44B-4EAF-9F9A-FB924CAD765D}" v="18" dt="2026-07-02T11:30:00.8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layolla Vaishnavi" userId="45681b10eb5d9d4e" providerId="LiveId" clId="{19F826AA-5408-41F1-9A07-96BD4A72C9E9}"/>
    <pc:docChg chg="undo custSel addSld delSld modSld">
      <pc:chgData name="Mallayolla Vaishnavi" userId="45681b10eb5d9d4e" providerId="LiveId" clId="{19F826AA-5408-41F1-9A07-96BD4A72C9E9}" dt="2026-07-02T11:30:17.530" v="422" actId="113"/>
      <pc:docMkLst>
        <pc:docMk/>
      </pc:docMkLst>
      <pc:sldChg chg="modSp mod">
        <pc:chgData name="Mallayolla Vaishnavi" userId="45681b10eb5d9d4e" providerId="LiveId" clId="{19F826AA-5408-41F1-9A07-96BD4A72C9E9}" dt="2026-07-02T05:49:40.349" v="268" actId="1076"/>
        <pc:sldMkLst>
          <pc:docMk/>
          <pc:sldMk cId="851722235" sldId="256"/>
        </pc:sldMkLst>
        <pc:spChg chg="mod">
          <ac:chgData name="Mallayolla Vaishnavi" userId="45681b10eb5d9d4e" providerId="LiveId" clId="{19F826AA-5408-41F1-9A07-96BD4A72C9E9}" dt="2026-07-02T05:49:40.349" v="268" actId="1076"/>
          <ac:spMkLst>
            <pc:docMk/>
            <pc:sldMk cId="851722235" sldId="256"/>
            <ac:spMk id="2" creationId="{841A8569-23CD-0DE7-85E8-95699D88D510}"/>
          </ac:spMkLst>
        </pc:spChg>
      </pc:sldChg>
      <pc:sldChg chg="modSp mod">
        <pc:chgData name="Mallayolla Vaishnavi" userId="45681b10eb5d9d4e" providerId="LiveId" clId="{19F826AA-5408-41F1-9A07-96BD4A72C9E9}" dt="2026-07-02T05:50:33.447" v="294" actId="113"/>
        <pc:sldMkLst>
          <pc:docMk/>
          <pc:sldMk cId="73469455" sldId="257"/>
        </pc:sldMkLst>
        <pc:spChg chg="mod">
          <ac:chgData name="Mallayolla Vaishnavi" userId="45681b10eb5d9d4e" providerId="LiveId" clId="{19F826AA-5408-41F1-9A07-96BD4A72C9E9}" dt="2026-07-02T05:50:33.447" v="294" actId="113"/>
          <ac:spMkLst>
            <pc:docMk/>
            <pc:sldMk cId="73469455" sldId="257"/>
            <ac:spMk id="2" creationId="{B2CCFB4D-3310-E998-A879-8AE349D1E1C7}"/>
          </ac:spMkLst>
        </pc:spChg>
        <pc:spChg chg="mod">
          <ac:chgData name="Mallayolla Vaishnavi" userId="45681b10eb5d9d4e" providerId="LiveId" clId="{19F826AA-5408-41F1-9A07-96BD4A72C9E9}" dt="2026-07-02T05:50:01.372" v="275" actId="1076"/>
          <ac:spMkLst>
            <pc:docMk/>
            <pc:sldMk cId="73469455" sldId="257"/>
            <ac:spMk id="3" creationId="{9C3E41DA-1E55-A799-11EC-47ED1833C7AB}"/>
          </ac:spMkLst>
        </pc:spChg>
      </pc:sldChg>
      <pc:sldChg chg="modSp mod">
        <pc:chgData name="Mallayolla Vaishnavi" userId="45681b10eb5d9d4e" providerId="LiveId" clId="{19F826AA-5408-41F1-9A07-96BD4A72C9E9}" dt="2026-07-02T11:28:01.398" v="415" actId="20577"/>
        <pc:sldMkLst>
          <pc:docMk/>
          <pc:sldMk cId="3191461034" sldId="258"/>
        </pc:sldMkLst>
        <pc:spChg chg="mod">
          <ac:chgData name="Mallayolla Vaishnavi" userId="45681b10eb5d9d4e" providerId="LiveId" clId="{19F826AA-5408-41F1-9A07-96BD4A72C9E9}" dt="2026-07-02T11:28:01.398" v="415" actId="20577"/>
          <ac:spMkLst>
            <pc:docMk/>
            <pc:sldMk cId="3191461034" sldId="258"/>
            <ac:spMk id="2" creationId="{93AE0740-9445-7110-96D7-11D1DFDC4A84}"/>
          </ac:spMkLst>
        </pc:spChg>
        <pc:spChg chg="mod">
          <ac:chgData name="Mallayolla Vaishnavi" userId="45681b10eb5d9d4e" providerId="LiveId" clId="{19F826AA-5408-41F1-9A07-96BD4A72C9E9}" dt="2026-07-02T11:27:34.474" v="396" actId="20577"/>
          <ac:spMkLst>
            <pc:docMk/>
            <pc:sldMk cId="3191461034" sldId="258"/>
            <ac:spMk id="3" creationId="{B7FF3376-DB4E-8D5F-5525-BB641DF428ED}"/>
          </ac:spMkLst>
        </pc:spChg>
      </pc:sldChg>
      <pc:sldChg chg="modSp new mod">
        <pc:chgData name="Mallayolla Vaishnavi" userId="45681b10eb5d9d4e" providerId="LiveId" clId="{19F826AA-5408-41F1-9A07-96BD4A72C9E9}" dt="2026-07-02T11:28:37.205" v="417" actId="20577"/>
        <pc:sldMkLst>
          <pc:docMk/>
          <pc:sldMk cId="4168252087" sldId="260"/>
        </pc:sldMkLst>
        <pc:spChg chg="mod">
          <ac:chgData name="Mallayolla Vaishnavi" userId="45681b10eb5d9d4e" providerId="LiveId" clId="{19F826AA-5408-41F1-9A07-96BD4A72C9E9}" dt="2026-06-24T09:11:20.806" v="26" actId="20577"/>
          <ac:spMkLst>
            <pc:docMk/>
            <pc:sldMk cId="4168252087" sldId="260"/>
            <ac:spMk id="2" creationId="{21774C8D-D9D9-C3B6-5B15-978E2287591B}"/>
          </ac:spMkLst>
        </pc:spChg>
        <pc:spChg chg="mod">
          <ac:chgData name="Mallayolla Vaishnavi" userId="45681b10eb5d9d4e" providerId="LiveId" clId="{19F826AA-5408-41F1-9A07-96BD4A72C9E9}" dt="2026-07-02T11:28:37.205" v="417" actId="20577"/>
          <ac:spMkLst>
            <pc:docMk/>
            <pc:sldMk cId="4168252087" sldId="260"/>
            <ac:spMk id="3" creationId="{3CB54F5F-52F7-4D5E-8D6A-F40B891E3AFD}"/>
          </ac:spMkLst>
        </pc:spChg>
      </pc:sldChg>
      <pc:sldChg chg="addSp delSp modSp new mod">
        <pc:chgData name="Mallayolla Vaishnavi" userId="45681b10eb5d9d4e" providerId="LiveId" clId="{19F826AA-5408-41F1-9A07-96BD4A72C9E9}" dt="2026-07-02T11:30:00.893" v="421" actId="27636"/>
        <pc:sldMkLst>
          <pc:docMk/>
          <pc:sldMk cId="2305050012" sldId="261"/>
        </pc:sldMkLst>
        <pc:spChg chg="mod">
          <ac:chgData name="Mallayolla Vaishnavi" userId="45681b10eb5d9d4e" providerId="LiveId" clId="{19F826AA-5408-41F1-9A07-96BD4A72C9E9}" dt="2026-06-24T09:30:35.175" v="58"/>
          <ac:spMkLst>
            <pc:docMk/>
            <pc:sldMk cId="2305050012" sldId="261"/>
            <ac:spMk id="2" creationId="{D0EDF5AA-4034-412C-A130-FD63C6510D95}"/>
          </ac:spMkLst>
        </pc:spChg>
        <pc:spChg chg="mod">
          <ac:chgData name="Mallayolla Vaishnavi" userId="45681b10eb5d9d4e" providerId="LiveId" clId="{19F826AA-5408-41F1-9A07-96BD4A72C9E9}" dt="2026-07-02T11:30:00.893" v="421" actId="27636"/>
          <ac:spMkLst>
            <pc:docMk/>
            <pc:sldMk cId="2305050012" sldId="261"/>
            <ac:spMk id="3" creationId="{32974385-7493-5DB1-5E15-F8B5DFA992BA}"/>
          </ac:spMkLst>
        </pc:spChg>
      </pc:sldChg>
      <pc:sldChg chg="new del">
        <pc:chgData name="Mallayolla Vaishnavi" userId="45681b10eb5d9d4e" providerId="LiveId" clId="{19F826AA-5408-41F1-9A07-96BD4A72C9E9}" dt="2026-07-02T05:38:05.866" v="228" actId="2696"/>
        <pc:sldMkLst>
          <pc:docMk/>
          <pc:sldMk cId="263762743" sldId="262"/>
        </pc:sldMkLst>
      </pc:sldChg>
      <pc:sldChg chg="addSp delSp modSp new mod">
        <pc:chgData name="Mallayolla Vaishnavi" userId="45681b10eb5d9d4e" providerId="LiveId" clId="{19F826AA-5408-41F1-9A07-96BD4A72C9E9}" dt="2026-07-02T05:37:46.099" v="227" actId="20577"/>
        <pc:sldMkLst>
          <pc:docMk/>
          <pc:sldMk cId="3144850913" sldId="263"/>
        </pc:sldMkLst>
        <pc:spChg chg="mod">
          <ac:chgData name="Mallayolla Vaishnavi" userId="45681b10eb5d9d4e" providerId="LiveId" clId="{19F826AA-5408-41F1-9A07-96BD4A72C9E9}" dt="2026-07-02T05:34:18.653" v="199" actId="113"/>
          <ac:spMkLst>
            <pc:docMk/>
            <pc:sldMk cId="3144850913" sldId="263"/>
            <ac:spMk id="2" creationId="{8E78AE05-3688-CF1A-3558-FC9F05B87530}"/>
          </ac:spMkLst>
        </pc:spChg>
        <pc:spChg chg="mod">
          <ac:chgData name="Mallayolla Vaishnavi" userId="45681b10eb5d9d4e" providerId="LiveId" clId="{19F826AA-5408-41F1-9A07-96BD4A72C9E9}" dt="2026-07-02T05:37:46.099" v="227" actId="20577"/>
          <ac:spMkLst>
            <pc:docMk/>
            <pc:sldMk cId="3144850913" sldId="263"/>
            <ac:spMk id="3" creationId="{C49F896D-0081-CA83-64B3-EB2761853D5B}"/>
          </ac:spMkLst>
        </pc:spChg>
        <pc:spChg chg="add del mod">
          <ac:chgData name="Mallayolla Vaishnavi" userId="45681b10eb5d9d4e" providerId="LiveId" clId="{19F826AA-5408-41F1-9A07-96BD4A72C9E9}" dt="2026-07-02T05:36:57.297" v="215" actId="21"/>
          <ac:spMkLst>
            <pc:docMk/>
            <pc:sldMk cId="3144850913" sldId="263"/>
            <ac:spMk id="4" creationId="{45E44B28-B511-B494-C277-1D73DDB9FE3A}"/>
          </ac:spMkLst>
        </pc:spChg>
      </pc:sldChg>
      <pc:sldChg chg="modSp new mod">
        <pc:chgData name="Mallayolla Vaishnavi" userId="45681b10eb5d9d4e" providerId="LiveId" clId="{19F826AA-5408-41F1-9A07-96BD4A72C9E9}" dt="2026-07-02T11:30:17.530" v="422" actId="113"/>
        <pc:sldMkLst>
          <pc:docMk/>
          <pc:sldMk cId="1547869077" sldId="264"/>
        </pc:sldMkLst>
        <pc:spChg chg="mod">
          <ac:chgData name="Mallayolla Vaishnavi" userId="45681b10eb5d9d4e" providerId="LiveId" clId="{19F826AA-5408-41F1-9A07-96BD4A72C9E9}" dt="2026-07-02T05:29:00.732" v="195" actId="113"/>
          <ac:spMkLst>
            <pc:docMk/>
            <pc:sldMk cId="1547869077" sldId="264"/>
            <ac:spMk id="2" creationId="{B084C92D-D5E4-18EE-7707-9A5335806FAA}"/>
          </ac:spMkLst>
        </pc:spChg>
        <pc:spChg chg="mod">
          <ac:chgData name="Mallayolla Vaishnavi" userId="45681b10eb5d9d4e" providerId="LiveId" clId="{19F826AA-5408-41F1-9A07-96BD4A72C9E9}" dt="2026-07-02T11:30:17.530" v="422" actId="113"/>
          <ac:spMkLst>
            <pc:docMk/>
            <pc:sldMk cId="1547869077" sldId="264"/>
            <ac:spMk id="3" creationId="{8A5C3340-FABC-B7C4-AC52-F0822D4B6399}"/>
          </ac:spMkLst>
        </pc:spChg>
      </pc:sldChg>
      <pc:sldChg chg="modSp new mod">
        <pc:chgData name="Mallayolla Vaishnavi" userId="45681b10eb5d9d4e" providerId="LiveId" clId="{19F826AA-5408-41F1-9A07-96BD4A72C9E9}" dt="2026-07-02T05:44:45.533" v="266" actId="113"/>
        <pc:sldMkLst>
          <pc:docMk/>
          <pc:sldMk cId="1830964113" sldId="265"/>
        </pc:sldMkLst>
        <pc:spChg chg="mod">
          <ac:chgData name="Mallayolla Vaishnavi" userId="45681b10eb5d9d4e" providerId="LiveId" clId="{19F826AA-5408-41F1-9A07-96BD4A72C9E9}" dt="2026-07-02T05:44:45.533" v="266" actId="113"/>
          <ac:spMkLst>
            <pc:docMk/>
            <pc:sldMk cId="1830964113" sldId="265"/>
            <ac:spMk id="2" creationId="{3C8E5562-B484-A162-CC8F-14BEA32ACE77}"/>
          </ac:spMkLst>
        </pc:spChg>
        <pc:spChg chg="mod">
          <ac:chgData name="Mallayolla Vaishnavi" userId="45681b10eb5d9d4e" providerId="LiveId" clId="{19F826AA-5408-41F1-9A07-96BD4A72C9E9}" dt="2026-07-02T05:44:24.685" v="255" actId="20577"/>
          <ac:spMkLst>
            <pc:docMk/>
            <pc:sldMk cId="1830964113" sldId="265"/>
            <ac:spMk id="3" creationId="{75B36737-B6A6-9051-6C40-4E77A10D8A62}"/>
          </ac:spMkLst>
        </pc:spChg>
      </pc:sldChg>
      <pc:sldChg chg="new del">
        <pc:chgData name="Mallayolla Vaishnavi" userId="45681b10eb5d9d4e" providerId="LiveId" clId="{19F826AA-5408-41F1-9A07-96BD4A72C9E9}" dt="2026-07-02T05:42:56.387" v="237" actId="2696"/>
        <pc:sldMkLst>
          <pc:docMk/>
          <pc:sldMk cId="4129333703" sldId="265"/>
        </pc:sldMkLst>
      </pc:sldChg>
      <pc:sldChg chg="add del">
        <pc:chgData name="Mallayolla Vaishnavi" userId="45681b10eb5d9d4e" providerId="LiveId" clId="{19F826AA-5408-41F1-9A07-96BD4A72C9E9}" dt="2026-07-02T05:49:30.289" v="267" actId="2696"/>
        <pc:sldMkLst>
          <pc:docMk/>
          <pc:sldMk cId="2086239204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3387D5-F266-402C-BD22-CC598C5D124B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20EA73-3FC7-43B3-B5CC-986A51E943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391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0EA73-3FC7-43B3-B5CC-986A51E9435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322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A8569-23CD-0DE7-85E8-95699D88D5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6128" y="851038"/>
            <a:ext cx="9483549" cy="535312"/>
          </a:xfrm>
        </p:spPr>
        <p:txBody>
          <a:bodyPr/>
          <a:lstStyle/>
          <a:p>
            <a:pPr algn="just"/>
            <a:r>
              <a:rPr lang="en-IN" sz="3200" b="1" dirty="0"/>
              <a:t>Driver Engagement and Performance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5210E-A198-B583-A2FE-F5B34678CB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2122670"/>
            <a:ext cx="8825658" cy="3058929"/>
          </a:xfrm>
        </p:spPr>
        <p:txBody>
          <a:bodyPr/>
          <a:lstStyle/>
          <a:p>
            <a:r>
              <a:rPr lang="en-US" dirty="0"/>
              <a:t>Objectives</a:t>
            </a:r>
          </a:p>
          <a:p>
            <a:r>
              <a:rPr lang="en-US" dirty="0"/>
              <a:t> </a:t>
            </a:r>
          </a:p>
          <a:p>
            <a:pPr marL="342900" indent="-342900">
              <a:buAutoNum type="arabicPeriod"/>
            </a:pPr>
            <a:r>
              <a:rPr lang="en-US" dirty="0"/>
              <a:t>Measure driver engagement</a:t>
            </a:r>
          </a:p>
          <a:p>
            <a:pPr marL="342900" indent="-342900">
              <a:buAutoNum type="arabicPeriod"/>
            </a:pPr>
            <a:r>
              <a:rPr lang="en-US" dirty="0"/>
              <a:t>Identify factors associated with better engagement</a:t>
            </a:r>
          </a:p>
          <a:p>
            <a:pPr marL="342900" indent="-342900">
              <a:buAutoNum type="arabicPeriod"/>
            </a:pPr>
            <a:r>
              <a:rPr lang="en-US" dirty="0"/>
              <a:t>Recommend actions to improve engagement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1722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CFB4D-3310-E998-A879-8AE349D1E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Questions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E41DA-1E55-A799-11EC-47ED1833C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859138"/>
            <a:ext cx="8825659" cy="3416300"/>
          </a:xfrm>
        </p:spPr>
        <p:txBody>
          <a:bodyPr/>
          <a:lstStyle/>
          <a:p>
            <a:r>
              <a:rPr lang="en-IN" dirty="0"/>
              <a:t>Measure and monitor key driver engagement metrics. 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Identify factors associated with stronger driver engagement.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 Analyse high-performing and underperforming driver segments.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Recommend business initiatives to improve engagement and retention.</a:t>
            </a:r>
          </a:p>
        </p:txBody>
      </p:sp>
    </p:spTree>
    <p:extLst>
      <p:ext uri="{BB962C8B-B14F-4D97-AF65-F5344CB8AC3E}">
        <p14:creationId xmlns:p14="http://schemas.microsoft.com/office/powerpoint/2010/main" val="73469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E0740-9445-7110-96D7-11D1DFDC4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 &amp; 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F3376-DB4E-8D5F-5525-BB641DF42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399071"/>
            <a:ext cx="8825659" cy="4129547"/>
          </a:xfrm>
        </p:spPr>
        <p:txBody>
          <a:bodyPr>
            <a:normAutofit/>
          </a:bodyPr>
          <a:lstStyle/>
          <a:p>
            <a:r>
              <a:rPr lang="en-IN" b="1" dirty="0"/>
              <a:t>Data Source: </a:t>
            </a:r>
            <a:r>
              <a:rPr lang="en-IN" dirty="0" err="1"/>
              <a:t>RideIt</a:t>
            </a:r>
            <a:r>
              <a:rPr lang="en-IN" dirty="0"/>
              <a:t> Driver and Ride Activity Dataset</a:t>
            </a:r>
          </a:p>
          <a:p>
            <a:r>
              <a:rPr lang="en-IN" dirty="0"/>
              <a:t>Data includes driver registration details, ride activity, bookings, offers, cancellations, and engagement metrics.</a:t>
            </a:r>
          </a:p>
          <a:p>
            <a:r>
              <a:rPr lang="en-IN" b="1" dirty="0"/>
              <a:t>Data Size:  </a:t>
            </a:r>
            <a:r>
              <a:rPr lang="en-IN" dirty="0"/>
              <a:t>It include 36972 rows</a:t>
            </a:r>
          </a:p>
          <a:p>
            <a:r>
              <a:rPr lang="en-IN" dirty="0"/>
              <a:t>36,972 records analysed</a:t>
            </a:r>
          </a:p>
          <a:p>
            <a:r>
              <a:rPr lang="en-IN" dirty="0"/>
              <a:t>"Removed 201 duplicate driver records to eliminate duplicate counting caused by multi-service registrations.“ Now the data set has 36771 records</a:t>
            </a:r>
          </a:p>
          <a:p>
            <a:r>
              <a:rPr lang="en-IN" dirty="0"/>
              <a:t>Missing ratings replaced using mean imputation </a:t>
            </a:r>
          </a:p>
          <a:p>
            <a:r>
              <a:rPr lang="en-IN" dirty="0"/>
              <a:t>Missing Gold Level values replaced with 0 </a:t>
            </a:r>
          </a:p>
          <a:p>
            <a:r>
              <a:rPr lang="en-IN" dirty="0"/>
              <a:t>One-to-many data model created between Drivers and Activity tables</a:t>
            </a:r>
          </a:p>
        </p:txBody>
      </p:sp>
    </p:spTree>
    <p:extLst>
      <p:ext uri="{BB962C8B-B14F-4D97-AF65-F5344CB8AC3E}">
        <p14:creationId xmlns:p14="http://schemas.microsoft.com/office/powerpoint/2010/main" val="3191461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5518-F0CB-870D-1B5C-BCA896400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Driver Engagement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19E20-9097-1871-6855-4A29E7C88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Drivers</a:t>
            </a:r>
          </a:p>
          <a:p>
            <a:r>
              <a:rPr lang="en-US" dirty="0"/>
              <a:t>Total Offers</a:t>
            </a:r>
          </a:p>
          <a:p>
            <a:r>
              <a:rPr lang="en-US" dirty="0"/>
              <a:t>Total Bookings</a:t>
            </a:r>
          </a:p>
          <a:p>
            <a:r>
              <a:rPr lang="en-US" dirty="0"/>
              <a:t>Total Rides</a:t>
            </a:r>
          </a:p>
          <a:p>
            <a:r>
              <a:rPr lang="en-US" dirty="0"/>
              <a:t>Acceptance Rate</a:t>
            </a:r>
          </a:p>
          <a:p>
            <a:r>
              <a:rPr lang="en-US" dirty="0"/>
              <a:t>Ride Completion Rate</a:t>
            </a:r>
          </a:p>
          <a:p>
            <a:r>
              <a:rPr lang="en-US" dirty="0"/>
              <a:t>Driver Cancellation</a:t>
            </a:r>
          </a:p>
          <a:p>
            <a:r>
              <a:rPr lang="en-US" dirty="0"/>
              <a:t>Passenger Cancellation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5186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74C8D-D9D9-C3B6-5B15-978E22875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Engagement Trends Overtime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54F5F-52F7-4D5E-8D6A-F40B891E3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Ride activity fluctuated over time, with higher volumes observed during the initial months followed by a decline and gradual recovery. 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Booking trends closely followed ride offers.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Completion rate remained above 80%, indicating healthy engagement.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Acceptance rate remained around 28-30%. </a:t>
            </a:r>
          </a:p>
        </p:txBody>
      </p:sp>
    </p:spTree>
    <p:extLst>
      <p:ext uri="{BB962C8B-B14F-4D97-AF65-F5344CB8AC3E}">
        <p14:creationId xmlns:p14="http://schemas.microsoft.com/office/powerpoint/2010/main" val="4168252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DF5AA-4034-412C-A130-FD63C6510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Factors Associated with Better Engagement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74385-7493-5DB1-5E15-F8B5DFA99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Taxi drivers achieved higher completion rates than PHV drivers. 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Drivers receiving marketing communications completed more rides.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 Higher-rated drivers generally completed more rides. 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Drivers with higher Gold level count were more engaged and completed more trips.</a:t>
            </a:r>
          </a:p>
          <a:p>
            <a:endParaRPr lang="en-IN" dirty="0"/>
          </a:p>
          <a:p>
            <a:r>
              <a:rPr lang="en-IN" dirty="0"/>
              <a:t>Service type influenced completion performance.</a:t>
            </a:r>
          </a:p>
        </p:txBody>
      </p:sp>
    </p:spTree>
    <p:extLst>
      <p:ext uri="{BB962C8B-B14F-4D97-AF65-F5344CB8AC3E}">
        <p14:creationId xmlns:p14="http://schemas.microsoft.com/office/powerpoint/2010/main" val="2305050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8AE05-3688-CF1A-3558-FC9F05B87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High Performing Segments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F896D-0081-CA83-64B3-EB2761853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516" y="2544506"/>
            <a:ext cx="11125536" cy="405293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accent1"/>
                </a:solidFill>
              </a:rPr>
              <a:t>Top Performing Segments</a:t>
            </a:r>
          </a:p>
          <a:p>
            <a:r>
              <a:rPr lang="en-IN" b="1" dirty="0"/>
              <a:t>Taxi Drivers</a:t>
            </a:r>
            <a:r>
              <a:rPr lang="en-IN" dirty="0"/>
              <a:t> demonstrated higher engagement levels and stronger ride completion performance. </a:t>
            </a:r>
          </a:p>
          <a:p>
            <a:r>
              <a:rPr lang="en-IN" b="1" dirty="0"/>
              <a:t>Highly Rated Drivers</a:t>
            </a:r>
            <a:r>
              <a:rPr lang="en-IN" dirty="0"/>
              <a:t> consistently completed more rides and showed better service quality. </a:t>
            </a:r>
          </a:p>
          <a:p>
            <a:r>
              <a:rPr lang="en-IN" b="1" dirty="0"/>
              <a:t>Drivers with Higher Gold Level Counts</a:t>
            </a:r>
            <a:r>
              <a:rPr lang="en-IN" dirty="0"/>
              <a:t> exhibited greater platform activity and engagement. </a:t>
            </a:r>
          </a:p>
          <a:p>
            <a:r>
              <a:rPr lang="en-IN" b="1" dirty="0"/>
              <a:t>Drivers Participating in Marketing Programs</a:t>
            </a:r>
            <a:r>
              <a:rPr lang="en-IN" dirty="0"/>
              <a:t> completed more rides and received higher booking volumes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1"/>
                </a:solidFill>
              </a:rPr>
              <a:t>Segments Requiring Attention</a:t>
            </a:r>
          </a:p>
          <a:p>
            <a:r>
              <a:rPr lang="en-IN" b="1" dirty="0"/>
              <a:t>Low-Rated Drivers</a:t>
            </a:r>
            <a:r>
              <a:rPr lang="en-IN" dirty="0"/>
              <a:t> showed comparatively lower engagement and performance levels. </a:t>
            </a:r>
          </a:p>
          <a:p>
            <a:r>
              <a:rPr lang="en-IN" b="1" dirty="0"/>
              <a:t>Drivers with Frequent Cancellations</a:t>
            </a:r>
            <a:r>
              <a:rPr lang="en-IN" dirty="0"/>
              <a:t> negatively impacted customer experience and operational efficiency. </a:t>
            </a:r>
          </a:p>
          <a:p>
            <a:r>
              <a:rPr lang="en-IN" b="1" dirty="0"/>
              <a:t>Drivers with Lower Ride Acceptance Rates</a:t>
            </a:r>
            <a:r>
              <a:rPr lang="en-IN" dirty="0"/>
              <a:t> represented a key opportunity for improving platform utilization and driver engagement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4850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4C92D-D5E4-18EE-7707-9A5335806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Recommendations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C3340-FABC-B7C4-AC52-F0822D4B6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r>
              <a:rPr lang="en-IN" b="1" dirty="0"/>
              <a:t>    </a:t>
            </a:r>
            <a:r>
              <a:rPr lang="en-IN" dirty="0"/>
              <a:t>Increase Marketing Campaigns as drivers receiving marketing show </a:t>
            </a:r>
          </a:p>
          <a:p>
            <a:pPr marL="0" indent="0">
              <a:buNone/>
            </a:pPr>
            <a:r>
              <a:rPr lang="en-IN" dirty="0"/>
              <a:t>higher rides.</a:t>
            </a:r>
          </a:p>
          <a:p>
            <a:r>
              <a:rPr lang="en-IN" dirty="0"/>
              <a:t>   Provide incentives for drivers with high ratings and Gold Levels.</a:t>
            </a:r>
          </a:p>
          <a:p>
            <a:r>
              <a:rPr lang="en-IN" dirty="0"/>
              <a:t>   Introduce bonuses for maintaining low cancellation rates.</a:t>
            </a:r>
          </a:p>
          <a:p>
            <a:r>
              <a:rPr lang="en-IN" dirty="0"/>
              <a:t>   Focus on countries with lower engagement.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7869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E5562-B484-A162-CC8F-14BEA32AC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36737-B6A6-9051-6C40-4E77A10D8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Acceptance Rate</a:t>
            </a:r>
            <a:r>
              <a:rPr lang="en-IN" dirty="0"/>
              <a:t> and </a:t>
            </a:r>
            <a:r>
              <a:rPr lang="en-IN" b="1" dirty="0"/>
              <a:t>Ride Completion Rate</a:t>
            </a:r>
            <a:r>
              <a:rPr lang="en-IN" dirty="0"/>
              <a:t> emerged as the most important KPIs for measuring driver engagement.</a:t>
            </a:r>
          </a:p>
          <a:p>
            <a:r>
              <a:rPr lang="en-IN" dirty="0"/>
              <a:t> </a:t>
            </a:r>
            <a:r>
              <a:rPr lang="en-IN" b="1" dirty="0"/>
              <a:t>Taxi drivers</a:t>
            </a:r>
            <a:r>
              <a:rPr lang="en-IN" dirty="0"/>
              <a:t>, </a:t>
            </a:r>
            <a:r>
              <a:rPr lang="en-IN" b="1" dirty="0"/>
              <a:t>highly rated drivers</a:t>
            </a:r>
            <a:r>
              <a:rPr lang="en-IN" dirty="0"/>
              <a:t>, and </a:t>
            </a:r>
            <a:r>
              <a:rPr lang="en-IN" b="1" dirty="0"/>
              <a:t>Gold-level drivers</a:t>
            </a:r>
            <a:r>
              <a:rPr lang="en-IN" dirty="0"/>
              <a:t> demonstrated stronger engagement and better overall performance. </a:t>
            </a:r>
          </a:p>
          <a:p>
            <a:r>
              <a:rPr lang="en-IN" b="1" dirty="0"/>
              <a:t>Marketing communication and participation in promotional programs</a:t>
            </a:r>
            <a:r>
              <a:rPr lang="en-IN" dirty="0"/>
              <a:t> positively influenced driver engagement and ride activity.</a:t>
            </a:r>
          </a:p>
          <a:p>
            <a:pPr marL="0" indent="0">
              <a:buNone/>
            </a:pPr>
            <a:r>
              <a:rPr lang="en-IN" dirty="0"/>
              <a:t>Focusing on improving acceptance rates, reducing cancellations, and strengthening driver reward programs can significantly enhance driver engagement, operational efficiency, and overall platform performance.</a:t>
            </a:r>
          </a:p>
        </p:txBody>
      </p:sp>
    </p:spTree>
    <p:extLst>
      <p:ext uri="{BB962C8B-B14F-4D97-AF65-F5344CB8AC3E}">
        <p14:creationId xmlns:p14="http://schemas.microsoft.com/office/powerpoint/2010/main" val="18309641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{BAC8170C-3429-4843-A96C-AECC4BD917A6}TF229edf6a-8a49-49ee-a0a6-5037052947485fb3ca0c-bc27bf41d645</Template>
  <TotalTime>134</TotalTime>
  <Words>484</Words>
  <Application>Microsoft Office PowerPoint</Application>
  <PresentationFormat>Widescreen</PresentationFormat>
  <Paragraphs>73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Century Gothic</vt:lpstr>
      <vt:lpstr>Wingdings 3</vt:lpstr>
      <vt:lpstr>Ion Boardroom</vt:lpstr>
      <vt:lpstr>Driver Engagement and Performance Analysis</vt:lpstr>
      <vt:lpstr>Business Questions</vt:lpstr>
      <vt:lpstr>Dataset Overview &amp; Data Preparation</vt:lpstr>
      <vt:lpstr>Driver Engagement Metrics</vt:lpstr>
      <vt:lpstr>Engagement Trends Overtime</vt:lpstr>
      <vt:lpstr>Factors Associated with Better Engagement</vt:lpstr>
      <vt:lpstr>High Performing Segments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Mallayolla Vaishnavi</dc:creator>
  <cp:lastModifiedBy>Mallayolla Vaishnavi</cp:lastModifiedBy>
  <cp:revision>1</cp:revision>
  <dcterms:created xsi:type="dcterms:W3CDTF">2026-06-24T08:13:48Z</dcterms:created>
  <dcterms:modified xsi:type="dcterms:W3CDTF">2026-07-02T11:30:17Z</dcterms:modified>
</cp:coreProperties>
</file>